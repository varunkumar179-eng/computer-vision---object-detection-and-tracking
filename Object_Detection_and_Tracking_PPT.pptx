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Vision: Object Detection and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Presentation</a:t>
            </a:r>
          </a:p>
          <a:p>
            <a:r>
              <a:t>Prepared by: Varun Kumar 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Computer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Field of AI that enables machines to interpret visual data</a:t>
            </a:r>
          </a:p>
          <a:p>
            <a:r>
              <a:t>• Uses images and videos as input</a:t>
            </a:r>
          </a:p>
          <a:p>
            <a:r>
              <a:t>• Applications: healthcare, security, automotive, retail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Object Detection?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Identifies objects in an image or video</a:t>
            </a:r>
          </a:p>
          <a:p>
            <a:r>
              <a:t>• Draws bounding boxes around objects</a:t>
            </a:r>
          </a:p>
          <a:p>
            <a:r>
              <a:t>• Assigns class labels</a:t>
            </a:r>
          </a:p>
          <a:p>
            <a:r>
              <a:t>• Example: person, car, dog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Object Tracking?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Follows detected objects across frames</a:t>
            </a:r>
          </a:p>
          <a:p>
            <a:r>
              <a:t>• Maintains object identity over time</a:t>
            </a:r>
          </a:p>
          <a:p>
            <a:r>
              <a:t>• Used in video analytics and surveillance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Difference: Detection vs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Detection: finds objects in a single frame</a:t>
            </a:r>
          </a:p>
          <a:p>
            <a:r>
              <a:t>• Tracking: follows objects across frames</a:t>
            </a:r>
          </a:p>
          <a:p>
            <a:r>
              <a:t>• Detection + Tracking = Video Intelligence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Detection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Traditional: Haar Cascades, HOG + SVM</a:t>
            </a:r>
          </a:p>
          <a:p>
            <a:r>
              <a:t>• Deep Learning based:</a:t>
            </a:r>
          </a:p>
          <a:p>
            <a:r>
              <a:t>  – R-CNN, Fast R-CNN</a:t>
            </a:r>
          </a:p>
          <a:p>
            <a:r>
              <a:t>  – YOLO</a:t>
            </a:r>
          </a:p>
          <a:p>
            <a:r>
              <a:t>  – SSD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YOLO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You Only Look Once</a:t>
            </a:r>
          </a:p>
          <a:p>
            <a:r>
              <a:t>• Real-time object detection</a:t>
            </a:r>
          </a:p>
          <a:p>
            <a:r>
              <a:t>• Single neural network</a:t>
            </a:r>
          </a:p>
          <a:p>
            <a:r>
              <a:t>• High speed and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Tracking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Kalman Filter</a:t>
            </a:r>
          </a:p>
          <a:p>
            <a:r>
              <a:t>• Optical Flow</a:t>
            </a:r>
          </a:p>
          <a:p>
            <a:r>
              <a:t>• SORT / DeepSORT</a:t>
            </a:r>
          </a:p>
          <a:p>
            <a:r>
              <a:t>• ByteTrack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&amp; Tracking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Input video frames</a:t>
            </a:r>
          </a:p>
          <a:p>
            <a:r>
              <a:t>• Object detection</a:t>
            </a:r>
          </a:p>
          <a:p>
            <a:r>
              <a:t>• Feature extraction</a:t>
            </a:r>
          </a:p>
          <a:p>
            <a:r>
              <a:t>• Tracking algorithm</a:t>
            </a:r>
          </a:p>
          <a:p>
            <a:r>
              <a:t>• Output with object IDs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OpenCV</a:t>
            </a:r>
          </a:p>
          <a:p>
            <a:r>
              <a:t>• TensorFlow</a:t>
            </a:r>
          </a:p>
          <a:p>
            <a:r>
              <a:t>• PyTorch</a:t>
            </a:r>
          </a:p>
          <a:p>
            <a:r>
              <a:t>• Ultralytics YOLO</a:t>
            </a:r>
          </a:p>
          <a:p>
            <a:r>
              <a:t>• Detectron2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Autonomous vehicles</a:t>
            </a:r>
          </a:p>
          <a:p>
            <a:r>
              <a:t>• Traffic monitoring</a:t>
            </a:r>
          </a:p>
          <a:p>
            <a:r>
              <a:t>• Face recognition</a:t>
            </a:r>
          </a:p>
          <a:p>
            <a:r>
              <a:t>• Retail analytics</a:t>
            </a:r>
          </a:p>
          <a:p>
            <a:r>
              <a:t>• Sports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Occlusion</a:t>
            </a:r>
          </a:p>
          <a:p>
            <a:r>
              <a:t>• Lighting variation</a:t>
            </a:r>
          </a:p>
          <a:p>
            <a:r>
              <a:t>• Motion blur</a:t>
            </a:r>
          </a:p>
          <a:p>
            <a:r>
              <a:t>• Scale changes</a:t>
            </a:r>
          </a:p>
          <a:p>
            <a:r>
              <a:t>• Real-time performance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Edge AI vision systems</a:t>
            </a:r>
          </a:p>
          <a:p>
            <a:r>
              <a:t>• Real-time multi-object tracking</a:t>
            </a:r>
          </a:p>
          <a:p>
            <a:r>
              <a:t>• 3D object detection</a:t>
            </a:r>
          </a:p>
          <a:p>
            <a:r>
              <a:t>• Vision + Language models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Detection and tracking are core CV tasks</a:t>
            </a:r>
          </a:p>
          <a:p>
            <a:r>
              <a:t>• Deep learning improved accuracy</a:t>
            </a:r>
          </a:p>
          <a:p>
            <a:r>
              <a:t>• Widely used across industries</a:t>
            </a:r>
          </a:p>
          <a:p>
            <a:r>
              <a:t>• Rapidly evolving field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