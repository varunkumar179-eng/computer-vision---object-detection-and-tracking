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Vision: Object Detection and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Example Slides</a:t>
            </a:r>
          </a:p>
          <a:p>
            <a:r>
              <a:t>Prepared by: Varun Kumar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– Python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required libraries:</a:t>
            </a:r>
          </a:p>
          <a:p>
            <a:r>
              <a:t>• pip install ultralytics</a:t>
            </a:r>
          </a:p>
          <a:p>
            <a:r>
              <a:t>• pip install opencv-python</a:t>
            </a:r>
          </a:p>
          <a:p>
            <a:r>
              <a:t>• pip install torch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Object Detection – 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ultralytics import YOLO</a:t>
            </a:r>
          </a:p>
          <a:p>
            <a:r>
              <a:t>import cv2</a:t>
            </a:r>
          </a:p>
          <a:p/>
          <a:p>
            <a:r>
              <a:t>model = YOLO('yolov8n.pt')</a:t>
            </a:r>
          </a:p>
          <a:p>
            <a:r>
              <a:t>results = model('image.jpg')</a:t>
            </a:r>
          </a:p>
          <a:p>
            <a:r>
              <a:t>results.show()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Detection – Webcam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cv2</a:t>
            </a:r>
          </a:p>
          <a:p>
            <a:r>
              <a:t>from ultralytics import YOLO</a:t>
            </a:r>
          </a:p>
          <a:p/>
          <a:p>
            <a:r>
              <a:t>model = YOLO('yolov8n.pt')</a:t>
            </a:r>
          </a:p>
          <a:p>
            <a:r>
              <a:t>cap = cv2.VideoCapture(0)</a:t>
            </a:r>
          </a:p>
          <a:p>
            <a:r>
              <a:t>while True:</a:t>
            </a:r>
          </a:p>
          <a:p>
            <a:r>
              <a:t>  ret, frame = cap.read()</a:t>
            </a:r>
          </a:p>
          <a:p>
            <a:r>
              <a:t>  res = model(frame)</a:t>
            </a:r>
          </a:p>
          <a:p>
            <a:r>
              <a:t>  annotated = res[0].plot()</a:t>
            </a:r>
          </a:p>
          <a:p>
            <a:r>
              <a:t>  cv2.imshow('Detection', annotated)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Tracking – SORT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SORT = Simple Online Realtime Tracking</a:t>
            </a:r>
          </a:p>
          <a:p>
            <a:r>
              <a:t>• Uses Kalman Filter</a:t>
            </a:r>
          </a:p>
          <a:p>
            <a:r>
              <a:t>• Uses Hungarian algorithm</a:t>
            </a:r>
          </a:p>
          <a:p>
            <a:r>
              <a:t>• Works with detection boxes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with YOLO + ByteTrack (Concept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ultralytics import YOLO</a:t>
            </a:r>
          </a:p>
          <a:p/>
          <a:p>
            <a:r>
              <a:t>model = YOLO('yolov8n.pt')</a:t>
            </a:r>
          </a:p>
          <a:p>
            <a:r>
              <a:t>results = model.track(</a:t>
            </a:r>
          </a:p>
          <a:p>
            <a:r>
              <a:t>  source='video.mp4',</a:t>
            </a:r>
          </a:p>
          <a:p>
            <a:r>
              <a:t>  tracker='bytetrack.yaml'</a:t>
            </a:r>
          </a:p>
          <a:p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OpenCV Tracking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cv2</a:t>
            </a:r>
          </a:p>
          <a:p/>
          <a:p>
            <a:r>
              <a:t>tracker = cv2.TrackerKCF_create()</a:t>
            </a:r>
          </a:p>
          <a:p>
            <a:r>
              <a:t>ret, frame = cap.read()</a:t>
            </a:r>
          </a:p>
          <a:p>
            <a:r>
              <a:t>bbox = cv2.selectROI(frame)</a:t>
            </a:r>
          </a:p>
          <a:p>
            <a:r>
              <a:t>tracker.init(frame, bbox)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+ Tracking Pipeline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 → YOLO Detect → Get Boxes →</a:t>
            </a:r>
          </a:p>
          <a:p>
            <a:r>
              <a:t>Pass to Tracker → Assign IDs →</a:t>
            </a:r>
          </a:p>
          <a:p>
            <a:r>
              <a:t>Draw Boxes +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small YOLO models (nano/small)</a:t>
            </a:r>
          </a:p>
          <a:p>
            <a:r>
              <a:t>• Resize frames</a:t>
            </a:r>
          </a:p>
          <a:p>
            <a:r>
              <a:t>• Use GPU if available</a:t>
            </a:r>
          </a:p>
          <a:p>
            <a:r>
              <a:t>• Skip frames for speed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Real‑time People Counter</a:t>
            </a:r>
          </a:p>
          <a:p>
            <a:r>
              <a:t>• Detect persons</a:t>
            </a:r>
          </a:p>
          <a:p>
            <a:r>
              <a:t>• Track IDs</a:t>
            </a:r>
          </a:p>
          <a:p>
            <a:r>
              <a:t>• Count entries/exits</a:t>
            </a:r>
          </a:p>
          <a:p>
            <a:r>
              <a:t>• Display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